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83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CA094"/>
                </a:solidFill>
                <a:latin typeface="Calibri"/>
              </a:rPr>
              <a:t>PRODUCT OVERVIEW  ·  FROM THE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Gitlab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2D2DA"/>
                </a:solidFill>
                <a:latin typeface="Calibri"/>
              </a:rPr>
              <a:t>BDD compliance testing and pipeline documentation for GitLab CI/CD — catch misconfigurations before merge, in language teams can share.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69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MaturityBuilder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CA094"/>
                </a:solidFill>
                <a:latin typeface="Calibri"/>
              </a:rPr>
              <a:t>Docs: maturitybuilder.github.io/gitlab-compliance  ·  PyPI: gitlab-compliance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What the documentation covers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Based on product documentation  ·  gitlab-compliance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A3B46"/>
                </a:solidFill>
                <a:latin typeface="Calibri"/>
              </a:rPr>
              <a:t>1.  Problem and product idea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A3B46"/>
                </a:solidFill>
                <a:latin typeface="Calibri"/>
              </a:rPr>
              <a:t>2.  Two workflows: check and generate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A3B46"/>
                </a:solidFill>
                <a:latin typeface="Calibri"/>
              </a:rPr>
              <a:t>3.  How BDD policies work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A3B46"/>
                </a:solidFill>
                <a:latin typeface="Calibri"/>
              </a:rPr>
              <a:t>4.  Starter security policy pack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A3B46"/>
                </a:solidFill>
                <a:latin typeface="Calibri"/>
              </a:rPr>
              <a:t>5.  Install, reports, and documentation output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A3B46"/>
                </a:solidFill>
                <a:latin typeface="Calibri"/>
              </a:rPr>
              <a:t>6.  CI/CD, OCI packs, and org-wide rollout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A3B46"/>
                </a:solidFill>
                <a:latin typeface="Calibri"/>
              </a:rPr>
              <a:t>7.  Where to go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Negative testing for GitLab CI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Based on product documentation  ·  gitlab-compliance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3B46"/>
                </a:solidFill>
                <a:latin typeface="Calibri"/>
              </a:rPr>
              <a:t>Pipelines are YAML: jobs, includes, variables, and workflow rules. What was missing is a lightweight way to assert organisational standards before merge.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A3B46"/>
                </a:solidFill>
                <a:latin typeface="Calibri"/>
              </a:rPr>
              <a:t>Focus on proving configuration does not violate standards — not end-to-end job success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A3B46"/>
                </a:solidFill>
                <a:latin typeface="Calibri"/>
              </a:rPr>
              <a:t>Open, portable alternative inspired by terraform-compliance and Conftest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A3B46"/>
                </a:solidFill>
                <a:latin typeface="Calibri"/>
              </a:rPr>
              <a:t>Complements GitLab native compliance features (higher tiers) with readable Gherkin policies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A3B46"/>
                </a:solidFill>
                <a:latin typeface="Calibri"/>
              </a:rPr>
              <a:t>Validate offline against YAML; optionally check project settings via the GitLab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Two workflows from one pipeline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From docs/index.md and usage/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Based on product documentation  ·  gitlab-compliance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4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534924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554480"/>
            <a:ext cx="5349240" cy="59436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check —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Author Gherkin .feature policies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Point at .gitlab-ci.yml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Optionally enable GitLab API checks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Fail the job on violations (exit 1)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Reports: console, markdown, html, mr-comment, codequality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534924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554480"/>
            <a:ext cx="5349240" cy="594360"/>
          </a:xfrm>
          <a:prstGeom prst="rect">
            <a:avLst/>
          </a:prstGeom>
          <a:solidFill>
            <a:srgbClr val="C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642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generate — 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317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Build Markdown, swagger-markdown, or HTML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Exclude sections; group jobs by attribute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Keep pipeline knowledge current from YAML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Attach docs as CI artifacts when needed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Same source of truth as compliance checks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policies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BDD reference: entities, stash, Given / When / Then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Based on product documentation  ·  gitlab-compliance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5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63040"/>
            <a:ext cx="109728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63040"/>
            <a:ext cx="109728" cy="96012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432"/>
                </a:solidFill>
                <a:latin typeface="Calibri"/>
              </a:rPr>
              <a:t>YAML → 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3852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Pipeline jobs, includes, and settings become entities with name, properties, and line numbers.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560320"/>
            <a:ext cx="109728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560320"/>
            <a:ext cx="109728" cy="960120"/>
          </a:xfrm>
          <a:prstGeom prst="rect">
            <a:avLst/>
          </a:prstGeom>
          <a:solidFill>
            <a:srgbClr val="C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974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432"/>
                </a:solidFill>
                <a:latin typeface="Calibri"/>
              </a:rPr>
              <a:t>Given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3580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Sets the initial stash (all jobs, includes of a type, a project setting, …).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657600"/>
            <a:ext cx="109728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657600"/>
            <a:ext cx="109728" cy="96012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947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432"/>
                </a:solidFill>
                <a:latin typeface="Calibri"/>
              </a:rPr>
              <a:t>When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3308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Filters the stash. If nothing matches, the scenario is skipped — not failed.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754879"/>
            <a:ext cx="109728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754879"/>
            <a:ext cx="109728" cy="960120"/>
          </a:xfrm>
          <a:prstGeom prst="rect">
            <a:avLst/>
          </a:prstGeom>
          <a:solidFill>
            <a:srgbClr val="C9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92039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432"/>
                </a:solidFill>
                <a:latin typeface="Calibri"/>
              </a:rPr>
              <a:t>Then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30367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Asserts on every remaining entity. One failure fails the scenario.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 policy people can 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Example from docs and image-pinning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Based on product documentation  ·  gitlab-compliance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6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3B46"/>
                </a:solidFill>
                <a:latin typeface="Calibri"/>
              </a:rPr>
              <a:t>Idea: if a job defines an image, it must not use the :latest tag.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920240"/>
            <a:ext cx="1097280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920240"/>
            <a:ext cx="10972800" cy="731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10332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5E707A"/>
                </a:solidFill>
                <a:latin typeface="Consolas"/>
              </a:rPr>
              <a:t># METADATA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E707A"/>
                </a:solidFill>
                <a:latin typeface="Consolas"/>
              </a:rPr>
              <a:t># title: Disallow latest image tags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E707A"/>
                </a:solidFill>
                <a:latin typeface="Consolas"/>
              </a:rPr>
              <a:t># custom: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E707A"/>
                </a:solidFill>
                <a:latin typeface="Consolas"/>
              </a:rPr>
              <a:t>#   id: GLCI-IMAGE-PINNING-001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E707A"/>
                </a:solidFill>
                <a:latin typeface="Consolas"/>
              </a:rPr>
              <a:t>#   severity: HIGH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22432"/>
                </a:solidFill>
                <a:latin typeface="Consolas"/>
              </a:rPr>
              <a:t>Scenario: Job images must not use the latest tag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A6B63"/>
                </a:solidFill>
                <a:latin typeface="Consolas"/>
              </a:rPr>
              <a:t>  Given I have any job defined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A6B63"/>
                </a:solidFill>
                <a:latin typeface="Consolas"/>
              </a:rPr>
              <a:t>  When it has image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A6B63"/>
                </a:solidFill>
                <a:latin typeface="Consolas"/>
              </a:rPr>
              <a:t>  Then its image must not match ":latest$"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Starter security policy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examples/example-policies/security/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Based on product documentation  ·  gitlab-compliance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7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36576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3657600" cy="731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432"/>
                </a:solidFill>
                <a:latin typeface="Calibri"/>
              </a:rPr>
              <a:t>Image pinning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No :latest; prefer sha256 digests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36576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463040"/>
            <a:ext cx="3657600" cy="731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432"/>
                </a:solidFill>
                <a:latin typeface="Calibri"/>
              </a:rPr>
              <a:t>Component pinning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03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No unpinned @main components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463040"/>
            <a:ext cx="36576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463040"/>
            <a:ext cx="3657600" cy="731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432"/>
                </a:solidFill>
                <a:latin typeface="Calibri"/>
              </a:rPr>
              <a:t>Fragment pinning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03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Pinned template ref: values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71800"/>
            <a:ext cx="36576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971800"/>
            <a:ext cx="3657600" cy="731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432"/>
                </a:solidFill>
                <a:latin typeface="Calibri"/>
              </a:rPr>
              <a:t>Include versions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11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Valid / current include refs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2971800"/>
            <a:ext cx="36576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2971800"/>
            <a:ext cx="3657600" cy="731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432"/>
                </a:solidFill>
                <a:latin typeface="Calibri"/>
              </a:rPr>
              <a:t>Service pinning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611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Versioned service images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2971800"/>
            <a:ext cx="36576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2971800"/>
            <a:ext cx="3657600" cy="731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432"/>
                </a:solidFill>
                <a:latin typeface="Calibri"/>
              </a:rPr>
              <a:t>Execution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611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Jobs need rules / guards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480560"/>
            <a:ext cx="36576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480560"/>
            <a:ext cx="3657600" cy="731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432"/>
                </a:solidFill>
                <a:latin typeface="Calibri"/>
              </a:rPr>
              <a:t>Template extends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120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Jobs follow org templates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4480560"/>
            <a:ext cx="36576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43400" y="4480560"/>
            <a:ext cx="3657600" cy="731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432"/>
                </a:solidFill>
                <a:latin typeface="Calibri"/>
              </a:rPr>
              <a:t>API hardening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120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Masked vars, safer project settings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80" y="4480560"/>
            <a:ext cx="36576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83880" y="4480560"/>
            <a:ext cx="3657600" cy="73152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432"/>
                </a:solidFill>
                <a:latin typeface="Calibri"/>
              </a:rPr>
              <a:t>Rules &amp; outlines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120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Advanced Scenario Outline matrices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Install and first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Python 3.12+ · pip or Poetry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Based on product documentation  ·  gitlab-compliance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8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2103120" cy="7772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64592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pip install gitlab-compliance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8600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286000"/>
            <a:ext cx="2103120" cy="7772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14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51460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gitlab-compliance check -f policies/ -p .gitlab-ci.yml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15468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154680"/>
            <a:ext cx="2103120" cy="7772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83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With builtins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38328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gitlab-compliance check -f policies/ -p .gitlab-ci.yml --with-builtin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023359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023359"/>
            <a:ext cx="2103120" cy="7772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519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251959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gitlab-compliance generate -i .gitlab-ci.yml --format swagger-markdown -o pipeline-reference.md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89204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892040"/>
            <a:ext cx="2103120" cy="77724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12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Starter policies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12064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cp -r examples/example-policies/security/ policies/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Compliance report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check --format options from usage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Based on product documentation  ·  gitlab-compliance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9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270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63"/>
                </a:solidFill>
                <a:latin typeface="Calibri"/>
              </a:rPr>
              <a:t>console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Rich terminal tables — default for local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28600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957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63"/>
                </a:solidFill>
                <a:latin typeface="Calibri"/>
              </a:rPr>
              <a:t>markdown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974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Human-readable report file for reviews and archives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15468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644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63"/>
                </a:solidFill>
                <a:latin typeface="Calibri"/>
              </a:rPr>
              <a:t>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661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Shareable HTML compliance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023359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3308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63"/>
                </a:solidFill>
                <a:latin typeface="Calibri"/>
              </a:rPr>
              <a:t>mr-comment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34839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Merge request comment body; optional --post-mr-comment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89204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63"/>
                </a:solidFill>
                <a:latin typeface="Calibri"/>
              </a:rPr>
              <a:t>codequality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3035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GitLab Code Quality JSON for MR widgets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Using in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From docs/ci-cd/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Based on product documentation  ·  gitlab-compliance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10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91440" cy="196596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432"/>
                </a:solidFill>
                <a:latin typeface="Calibri"/>
              </a:rPr>
              <a:t>Project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Add a compliance stage on MRs and the default branch.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50876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08760"/>
            <a:ext cx="91440" cy="196596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432"/>
                </a:solidFill>
                <a:latin typeface="Calibri"/>
              </a:rPr>
              <a:t>Shared templates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3172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.compliance:offline / :api / :codequality / :oci job extends.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50876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508760"/>
            <a:ext cx="91440" cy="196596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432"/>
                </a:solidFill>
                <a:latin typeface="Calibri"/>
              </a:rPr>
              <a:t>Central include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33172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Versioned jobs + policies from a security project.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5760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57600"/>
            <a:ext cx="91440" cy="196596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432"/>
                </a:solidFill>
                <a:latin typeface="Calibri"/>
              </a:rPr>
              <a:t>GitHub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8056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pip or container jobs in example-github-actions/.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65760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657600"/>
            <a:ext cx="91440" cy="196596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432"/>
                </a:solidFill>
                <a:latin typeface="Calibri"/>
              </a:rPr>
              <a:t>Pipeline Execution 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48056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Org-wide inject_policy for Ultimate groups.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365760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3657600"/>
            <a:ext cx="91440" cy="196596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432"/>
                </a:solidFill>
                <a:latin typeface="Calibri"/>
              </a:rPr>
              <a:t>Pre-commit / local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48056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B46"/>
                </a:solidFill>
                <a:latin typeface="Calibri"/>
              </a:rPr>
              <a:t>Run checks before push for fast feedback.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Policy distribution &amp; segregation of duty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OCI packs, metadata catalogs, central ownership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Based on product documentation  ·  gitlab-compliance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11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53949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432"/>
                </a:solidFill>
                <a:latin typeface="Calibri"/>
              </a:rPr>
              <a:t>OCI policy packs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Publish: gitlab-compliance policies push -f policies/ registry…:1.0.0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Consume: check -f oci://… --update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Catalog: policies doc -f policies/ -o COMPLIANCE-POLICIES.md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Metadata IDs and severity feed Code Quality reports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3949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432"/>
                </a:solidFill>
                <a:latin typeface="Calibri"/>
              </a:rPr>
              <a:t>Central 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Keep policy packs in a separate security repository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Version refs on includes and OCI tags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Authenticate private registries in CI before_script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A3B46"/>
                </a:solidFill>
                <a:latin typeface="Calibri"/>
              </a:rPr>
              <a:t>Same pack works across many consumer projects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Documented rollout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examples/index.md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Based on product documentation  ·  gitlab-compliance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12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109728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594360" cy="59436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4708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6916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432"/>
                </a:solidFill>
                <a:latin typeface="Calibri"/>
              </a:rPr>
              <a:t>Warn-only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0574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Run in CI with allow_failure: true so findings surface without blocking.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651760"/>
            <a:ext cx="109728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834640"/>
            <a:ext cx="594360" cy="59436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4436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7889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432"/>
                </a:solidFill>
                <a:latin typeface="Calibri"/>
              </a:rPr>
              <a:t>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1546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Remove allow_failure once baselines are fixed; gate merge requests.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749039"/>
            <a:ext cx="109728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31919"/>
            <a:ext cx="594360" cy="59436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41647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886199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432"/>
                </a:solidFill>
                <a:latin typeface="Calibri"/>
              </a:rPr>
              <a:t>Central policies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251959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Version policies in a security repo or OCI registry.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846320"/>
            <a:ext cx="109728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029200"/>
            <a:ext cx="594360" cy="59436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3892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9834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432"/>
                </a:solidFill>
                <a:latin typeface="Calibri"/>
              </a:rPr>
              <a:t>Org-wide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3492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Inject compliance via Pipeline Execution Policy.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Command map &amp;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A094"/>
                </a:solidFill>
                <a:latin typeface="Calibri"/>
              </a:rPr>
              <a:t>From usage and installation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707A"/>
                </a:solidFill>
                <a:latin typeface="Calibri"/>
              </a:rPr>
              <a:t>Based on product documentation  ·  gitlab-compliance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707A"/>
                </a:solidFill>
                <a:latin typeface="Calibri"/>
              </a:rPr>
              <a:t>13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3"/>
                </a:solidFill>
                <a:latin typeface="Calibri"/>
              </a:rP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Run Gherkin policies against pipeline 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3"/>
                </a:solidFill>
                <a:latin typeface="Calibri"/>
              </a:rPr>
              <a:t>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Build Markdown / HTML pipeline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3"/>
                </a:solidFill>
                <a:latin typeface="Calibri"/>
              </a:rPr>
              <a:t>get-attributes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651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Export selected job attributes as a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3"/>
                </a:solidFill>
                <a:latin typeface="Calibri"/>
              </a:rPr>
              <a:t>policies doc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2918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Policy catalog from # 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3"/>
                </a:solidFill>
                <a:latin typeface="Calibri"/>
              </a:rPr>
              <a:t>policies push/pull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Publish or pull OCI policy bundles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3"/>
                </a:solidFill>
                <a:latin typeface="Calibri"/>
              </a:rPr>
              <a:t>document gitstrings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Render inline YAML fences into README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63"/>
                </a:solidFill>
                <a:latin typeface="Calibri"/>
              </a:rPr>
              <a:t>release-notes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21207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3B46"/>
                </a:solidFill>
                <a:latin typeface="Calibri"/>
              </a:rPr>
              <a:t>Generate release notes from GitLab commits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707A"/>
                </a:solidFill>
                <a:latin typeface="Calibri"/>
              </a:rPr>
              <a:t>Requirements: Python 3.12+ · pipeline file · optional GITLAB_TOKEN + --project/--group for API checks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A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515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1.  Read the published docs and copy the security starter policies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2.  Run check locally, then add a warn-only CI job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3.  Generate pipeline reference docs for your team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4.  Plan central policy ownership (repo or OCI) before org-wide enforce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CA094"/>
                </a:solidFill>
                <a:latin typeface="Calibri"/>
              </a:rPr>
              <a:t>https://maturitybuilder.github.io/gitlab-compliance/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A8BEC8"/>
                </a:solidFill>
                <a:latin typeface="Calibri"/>
              </a:rPr>
              <a:t>Installation · Usage · BDD reference · Examples · CI/CD guides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pip install gitlab-compliance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