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173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CA094"/>
                </a:solidFill>
                <a:latin typeface="Calibri"/>
              </a:rPr>
              <a:t>IMPACT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Finding CI tech debt before</a:t>
            </a:r>
            <a:br/>
            <a:r>
              <a:rPr sz="3400" b="1">
                <a:solidFill>
                  <a:srgbClr val="FFFFFF"/>
                </a:solidFill>
                <a:latin typeface="Calibri"/>
              </a:rPr>
              <a:t>GitLab Dedicated &amp; Nexus harden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0D0D8"/>
                </a:solidFill>
                <a:latin typeface="Calibri"/>
              </a:rPr>
              <a:t>How check, local shell scans, supply-chain remediations, and documentation commands create visibility and reduce migration risk.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623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gitlab-compliance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CA094"/>
                </a:solidFill>
                <a:latin typeface="Calibri"/>
              </a:rPr>
              <a:t>Focus: check · shell scan · supply chain · document/generate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Presentation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A094"/>
                </a:solidFill>
                <a:latin typeface="Calibri"/>
              </a:rPr>
              <a:t>Impact first — then the four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707A"/>
                </a:solidFill>
                <a:latin typeface="Calibri"/>
              </a:rPr>
              <a:t>Impact briefing  ·  Dedicated migration · Nexus · tech debt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707A"/>
                </a:solidFill>
                <a:latin typeface="Calibri"/>
              </a:rPr>
              <a:t>2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2A3B46"/>
                </a:solidFill>
                <a:latin typeface="Calibri"/>
              </a:rPr>
              <a:t>1.  Business drivers: GitLab Dedicated migration + Nexus compliance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A3B46"/>
                </a:solidFill>
                <a:latin typeface="Calibri"/>
              </a:rPr>
              <a:t>2.  What tech debt looks like in pipeline YAML today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A3B46"/>
                </a:solidFill>
                <a:latin typeface="Calibri"/>
              </a:rPr>
              <a:t>3.  Capability map: check · shell scan · supply chain · document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A3B46"/>
                </a:solidFill>
                <a:latin typeface="Calibri"/>
              </a:rPr>
              <a:t>4.  Deep dive on each capability and the outcome it creates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A3B46"/>
                </a:solidFill>
                <a:latin typeface="Calibri"/>
              </a:rPr>
              <a:t>5.  End-to-end debt discovery → remediate → prove compliance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A3B46"/>
                </a:solidFill>
                <a:latin typeface="Calibri"/>
              </a:rPr>
              <a:t>6.  Recommended rollout for migration programmes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Why this matters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A094"/>
                </a:solidFill>
                <a:latin typeface="Calibri"/>
              </a:rPr>
              <a:t>Two demands that expose hidden pipeline debt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707A"/>
                </a:solidFill>
                <a:latin typeface="Calibri"/>
              </a:rPr>
              <a:t>Impact briefing  ·  Dedicated migration · Nexus · tech debt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707A"/>
                </a:solidFill>
                <a:latin typeface="Calibri"/>
              </a:rPr>
              <a:t>3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508760"/>
            <a:ext cx="539496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508760"/>
            <a:ext cx="5394960" cy="59436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276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GitLab Dedicated migration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3172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A3B46"/>
                </a:solidFill>
                <a:latin typeface="Calibri"/>
              </a:rPr>
              <a:t>Need a clear inventory of CI configuration risk before cutover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3B46"/>
                </a:solidFill>
                <a:latin typeface="Calibri"/>
              </a:rPr>
              <a:t>Floating tags and unpinned includes break predictability on new runners/registries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3B46"/>
                </a:solidFill>
                <a:latin typeface="Calibri"/>
              </a:rPr>
              <a:t>Migration windows favour known debt over surprise failures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3B46"/>
                </a:solidFill>
                <a:latin typeface="Calibri"/>
              </a:rPr>
              <a:t>Stakeholders need readable evidence of readiness — not YAML archaeology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08760"/>
            <a:ext cx="539496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508760"/>
            <a:ext cx="5394960" cy="594360"/>
          </a:xfrm>
          <a:prstGeom prst="rect">
            <a:avLst/>
          </a:prstGeom>
          <a:solidFill>
            <a:srgbClr val="C4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6276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Nexus compliance demand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33172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A3B46"/>
                </a:solidFill>
                <a:latin typeface="Calibri"/>
              </a:rPr>
              <a:t>Approved artefact sources and immutable pins become mandatory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3B46"/>
                </a:solidFill>
                <a:latin typeface="Calibri"/>
              </a:rPr>
              <a:t>:latest and unversioned includes conflict with Nexus controls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3B46"/>
                </a:solidFill>
                <a:latin typeface="Calibri"/>
              </a:rPr>
              <a:t>Digest pinning and release-lag policies prove control effectiveness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3B46"/>
                </a:solidFill>
                <a:latin typeface="Calibri"/>
              </a:rPr>
              <a:t>Auto-fix MRs shorten the gap between finding and closing debt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Tech debt we need to find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A094"/>
                </a:solidFill>
                <a:latin typeface="Calibri"/>
              </a:rPr>
              <a:t>Typical CI debt that blocks migration and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707A"/>
                </a:solidFill>
                <a:latin typeface="Calibri"/>
              </a:rPr>
              <a:t>Impact briefing  ·  Dedicated migration · Nexus · tech debt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707A"/>
                </a:solidFill>
                <a:latin typeface="Calibri"/>
              </a:rPr>
              <a:t>4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27889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2788920" cy="9144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230"/>
                </a:solidFill>
                <a:latin typeface="Calibri"/>
              </a:rPr>
              <a:t>Mutable images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3B46"/>
                </a:solidFill>
                <a:latin typeface="Calibri"/>
              </a:rPr>
              <a:t>:latest / untagged images — non-reproducible builds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463040"/>
            <a:ext cx="27889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1463040"/>
            <a:ext cx="2788920" cy="9144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73736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230"/>
                </a:solidFill>
                <a:latin typeface="Calibri"/>
              </a:rPr>
              <a:t>Unpinned includes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3172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3B46"/>
                </a:solidFill>
                <a:latin typeface="Calibri"/>
              </a:rPr>
              <a:t>project/component refs on main or floating tags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463040"/>
            <a:ext cx="27889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463040"/>
            <a:ext cx="2788920" cy="9144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3736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230"/>
                </a:solidFill>
                <a:latin typeface="Calibri"/>
              </a:rPr>
              <a:t>Stale supply chain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33172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3B46"/>
                </a:solidFill>
                <a:latin typeface="Calibri"/>
              </a:rPr>
              <a:t>Includes / images lagging beyond agreed windows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1463040"/>
            <a:ext cx="27889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1463040"/>
            <a:ext cx="2788920" cy="9144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173736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230"/>
                </a:solidFill>
                <a:latin typeface="Calibri"/>
              </a:rPr>
              <a:t>Weak execution guards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233172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3B46"/>
                </a:solidFill>
                <a:latin typeface="Calibri"/>
              </a:rPr>
              <a:t>Jobs missing rules: — accidental production runs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703320"/>
            <a:ext cx="27889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703320"/>
            <a:ext cx="2788920" cy="91440"/>
          </a:xfrm>
          <a:prstGeom prst="rect">
            <a:avLst/>
          </a:prstGeom>
          <a:solidFill>
            <a:srgbClr val="C4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97764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230"/>
                </a:solidFill>
                <a:latin typeface="Calibri"/>
              </a:rPr>
              <a:t>Template bypass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57200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3B46"/>
                </a:solidFill>
                <a:latin typeface="Calibri"/>
              </a:rPr>
              <a:t>Jobs not extending org-standard CI templates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3703320"/>
            <a:ext cx="27889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83280" y="3703320"/>
            <a:ext cx="2788920" cy="91440"/>
          </a:xfrm>
          <a:prstGeom prst="rect">
            <a:avLst/>
          </a:prstGeom>
          <a:solidFill>
            <a:srgbClr val="C4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0" y="397764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230"/>
                </a:solidFill>
                <a:latin typeface="Calibri"/>
              </a:rPr>
              <a:t>Undocumented pipelines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57200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3B46"/>
                </a:solidFill>
                <a:latin typeface="Calibri"/>
              </a:rPr>
              <a:t>No living reference for Dedicated cutover reviews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3703320"/>
            <a:ext cx="27889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3703320"/>
            <a:ext cx="2788920" cy="91440"/>
          </a:xfrm>
          <a:prstGeom prst="rect">
            <a:avLst/>
          </a:prstGeom>
          <a:solidFill>
            <a:srgbClr val="C4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397764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230"/>
                </a:solidFill>
                <a:latin typeface="Calibri"/>
              </a:rPr>
              <a:t>API setting gaps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57200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3B46"/>
                </a:solidFill>
                <a:latin typeface="Calibri"/>
              </a:rPr>
              <a:t>Unmasked variables / risky project settings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35440" y="3703320"/>
            <a:ext cx="27889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35440" y="3703320"/>
            <a:ext cx="2788920" cy="91440"/>
          </a:xfrm>
          <a:prstGeom prst="rect">
            <a:avLst/>
          </a:prstGeom>
          <a:solidFill>
            <a:srgbClr val="C4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18320" y="397764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230"/>
                </a:solidFill>
                <a:latin typeface="Calibri"/>
              </a:rPr>
              <a:t>Policy drift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457200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3B46"/>
                </a:solidFill>
                <a:latin typeface="Calibri"/>
              </a:rPr>
              <a:t>Standards only in wikis — not enforced in MR gates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Capability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A094"/>
                </a:solidFill>
                <a:latin typeface="Calibri"/>
              </a:rPr>
              <a:t>Four levers — one outcome: visible, fixable debt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707A"/>
                </a:solidFill>
                <a:latin typeface="Calibri"/>
              </a:rPr>
              <a:t>Impact briefing  ·  Dedicated migration · Nexus · tech debt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707A"/>
                </a:solidFill>
                <a:latin typeface="Calibri"/>
              </a:rPr>
              <a:t>5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1097280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2194560" cy="987552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0992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5544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3B46"/>
                </a:solidFill>
                <a:latin typeface="Calibri"/>
              </a:rPr>
              <a:t>Fail or report when Gherkin policies are violated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1920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63"/>
                </a:solidFill>
                <a:latin typeface="Calibri"/>
              </a:rPr>
              <a:t>Impact: Find debt with evidence (file:line)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514600"/>
            <a:ext cx="1097280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2514600"/>
            <a:ext cx="2194560" cy="987552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8072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Shell scan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2651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3B46"/>
                </a:solidFill>
                <a:latin typeface="Calibri"/>
              </a:rPr>
              <a:t>Run the same check from a laptop/CI shell across repos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017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63"/>
                </a:solidFill>
                <a:latin typeface="Calibri"/>
              </a:rPr>
              <a:t>Impact: Inventory debt before Dedicated cutover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611880"/>
            <a:ext cx="1097280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611880"/>
            <a:ext cx="2194560" cy="987552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90448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Supply chain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37490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3B46"/>
                </a:solidFill>
                <a:latin typeface="Calibri"/>
              </a:rPr>
              <a:t>--fix-supply-chain / --fix-policies / --create-mr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114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63"/>
                </a:solidFill>
                <a:latin typeface="Calibri"/>
              </a:rPr>
              <a:t>Impact: Close Nexus-related pin &amp; version debt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4709159"/>
            <a:ext cx="1097280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4709159"/>
            <a:ext cx="2194560" cy="987552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001767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document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484631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3B46"/>
                </a:solidFill>
                <a:latin typeface="Calibri"/>
              </a:rPr>
              <a:t>generate + document gitstrings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521207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63"/>
                </a:solidFill>
                <a:latin typeface="Calibri"/>
              </a:rPr>
              <a:t>Impact: Expose pipeline shape for migration reviews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check — find debt with 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A094"/>
                </a:solidFill>
                <a:latin typeface="Calibri"/>
              </a:rPr>
              <a:t>gitlab-compliance check -f policies/ -p .gitlab-ci.yml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707A"/>
                </a:solidFill>
                <a:latin typeface="Calibri"/>
              </a:rPr>
              <a:t>Impact briefing  ·  Dedicated migration · Nexus · tech debt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707A"/>
                </a:solidFill>
                <a:latin typeface="Calibri"/>
              </a:rPr>
              <a:t>6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A3B46"/>
                </a:solidFill>
                <a:latin typeface="Calibri"/>
              </a:rPr>
              <a:t>Runs readable Gherkin policies against pipeline YAML (and optional GitLab API settings)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A3B46"/>
                </a:solidFill>
                <a:latin typeface="Calibri"/>
              </a:rPr>
              <a:t>Reports violations with path:line so teams can act without guessing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A3B46"/>
                </a:solidFill>
                <a:latin typeface="Calibri"/>
              </a:rPr>
              <a:t>Output formats that fit migration programmes: console, markdown, HTML, MR comment, Code Quality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A3B46"/>
                </a:solidFill>
                <a:latin typeface="Calibri"/>
              </a:rPr>
              <a:t>Warn-only first (allow_failure), then enforce — same policies, stronger 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657600"/>
            <a:ext cx="109728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84048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2230"/>
                </a:solidFill>
                <a:latin typeface="Calibri"/>
              </a:rPr>
              <a:t>Migration / Nexus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5196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A3B46"/>
                </a:solidFill>
                <a:latin typeface="Calibri"/>
              </a:rPr>
              <a:t>Creates a repeatable readiness scorecard per project before Dedicated move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3B46"/>
                </a:solidFill>
                <a:latin typeface="Calibri"/>
              </a:rPr>
              <a:t>Makes Nexus pin/version expectations testable — not a spreadsheet exercise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3B46"/>
                </a:solidFill>
                <a:latin typeface="Calibri"/>
              </a:rPr>
              <a:t>Surfaces debt early enough to schedule remediation inside the migration plan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Shell scan — inventory before you migrate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A094"/>
                </a:solidFill>
                <a:latin typeface="Calibri"/>
              </a:rPr>
              <a:t>Local CLI sweeps across repositories (same engine as CI)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707A"/>
                </a:solidFill>
                <a:latin typeface="Calibri"/>
              </a:rPr>
              <a:t>Impact briefing  ·  Dedicated migration · Nexus · tech debt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707A"/>
                </a:solidFill>
                <a:latin typeface="Calibri"/>
              </a:rPr>
              <a:t>7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3B46"/>
                </a:solidFill>
                <a:latin typeface="Calibri"/>
              </a:rPr>
              <a:t>There is no separate “shellcheck” product mode — impact comes from running check in the shell to discover debt at scale.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011680"/>
            <a:ext cx="109728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194560"/>
            <a:ext cx="10424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E707A"/>
                </a:solidFill>
                <a:latin typeface="Consolas"/>
              </a:rPr>
              <a:t># Example: scan a clone for supply-chain and pin debt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A3B46"/>
                </a:solidFill>
                <a:latin typeface="Consolas"/>
              </a:rPr>
              <a:t>pip install gitlab-compliance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A6B63"/>
                </a:solidFill>
                <a:latin typeface="Consolas"/>
              </a:rPr>
              <a:t>gitlab-compliance check -f policies/security/ -p .gitlab-ci.yml \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A6B63"/>
                </a:solidFill>
                <a:latin typeface="Consolas"/>
              </a:rPr>
              <a:t>  --format markdown -o COMPLIANCE-REPORT.md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E707A"/>
                </a:solidFill>
                <a:latin typeface="Consolas"/>
              </a:rPr>
              <a:t># Optional: --with-builtin · --project · --strict for API hardening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A3B46"/>
                </a:solidFill>
                <a:latin typeface="Calibri"/>
              </a:rPr>
              <a:t>Platform teams can batch-scan migration cohorts and rank projects by debt severity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A3B46"/>
                </a:solidFill>
                <a:latin typeface="Calibri"/>
              </a:rPr>
              <a:t>Produces artefacts for Dedicated cutover boards and Nexus exception reviews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A3B46"/>
                </a:solidFill>
                <a:latin typeface="Calibri"/>
              </a:rPr>
              <a:t>Same policies later become CI gates — no double standard between discovery and enforcement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Supply chain — close the debt Nexus cares about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A094"/>
                </a:solidFill>
                <a:latin typeface="Calibri"/>
              </a:rPr>
              <a:t>--fix-supply-chain · --fix-policies · --create-mr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707A"/>
                </a:solidFill>
                <a:latin typeface="Calibri"/>
              </a:rPr>
              <a:t>Impact briefing  ·  Dedicated migration · Nexus · tech debt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707A"/>
                </a:solidFill>
                <a:latin typeface="Calibri"/>
              </a:rPr>
              <a:t>8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463040"/>
            <a:ext cx="539496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91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230"/>
                </a:solidFill>
                <a:latin typeface="Calibri"/>
              </a:rPr>
              <a:t>What it finds / fixes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4028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A3B46"/>
                </a:solidFill>
                <a:latin typeface="Calibri"/>
              </a:rPr>
              <a:t>Detect floating tags, unpinned includes, release lag, digest gaps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3B46"/>
                </a:solidFill>
                <a:latin typeface="Calibri"/>
              </a:rPr>
              <a:t>Age windows (e.g. 30-day adoption, 90-day lag) for pragmatic upgrades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3B46"/>
                </a:solidFill>
                <a:latin typeface="Calibri"/>
              </a:rPr>
              <a:t>Pin job/service images to @sha256 digests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3B46"/>
                </a:solidFill>
                <a:latin typeface="Calibri"/>
              </a:rPr>
              <a:t>Bump outdated project/component include refs to latest semver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539496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691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230"/>
                </a:solidFill>
                <a:latin typeface="Calibri"/>
              </a:rPr>
              <a:t>How it supports programmes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24028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A3B46"/>
                </a:solidFill>
                <a:latin typeface="Calibri"/>
              </a:rPr>
              <a:t>--fix-supply-chain rewrites before policies re-run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3B46"/>
                </a:solidFill>
                <a:latin typeface="Calibri"/>
              </a:rPr>
              <a:t>--fix-policies remediates allowlisted failed scenarios only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3B46"/>
                </a:solidFill>
                <a:latin typeface="Calibri"/>
              </a:rPr>
              <a:t>--create-mr opens a reviewable supply-chain fix MR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3B46"/>
                </a:solidFill>
                <a:latin typeface="Calibri"/>
              </a:rPr>
              <a:t>Scheduled CI job can keep debt from re-accumulating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document / generate — make debt discussable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A094"/>
                </a:solidFill>
                <a:latin typeface="Calibri"/>
              </a:rPr>
              <a:t>Living pipeline docs for migration and compliance forums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707A"/>
                </a:solidFill>
                <a:latin typeface="Calibri"/>
              </a:rPr>
              <a:t>Impact briefing  ·  Dedicated migration · Nexus · tech debt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707A"/>
                </a:solidFill>
                <a:latin typeface="Calibri"/>
              </a:rPr>
              <a:t>9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463040"/>
            <a:ext cx="539496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463040"/>
            <a:ext cx="5394960" cy="54864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57276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generate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4028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A3B46"/>
                </a:solidFill>
                <a:latin typeface="Calibri"/>
              </a:rPr>
              <a:t>Full pipeline reference from .gitlab-ci.yml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3B46"/>
                </a:solidFill>
                <a:latin typeface="Calibri"/>
              </a:rPr>
              <a:t>Formats: markdown, swagger-markdown, HTML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3B46"/>
                </a:solidFill>
                <a:latin typeface="Calibri"/>
              </a:rPr>
              <a:t>Exclude/group to match audience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3B46"/>
                </a:solidFill>
                <a:latin typeface="Calibri"/>
              </a:rPr>
              <a:t>Attach as CI artefact for Dedicated review packs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539496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5394960" cy="548640"/>
          </a:xfrm>
          <a:prstGeom prst="rect">
            <a:avLst/>
          </a:prstGeom>
          <a:solidFill>
            <a:srgbClr val="C4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57276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document gitstrings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24028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A3B46"/>
                </a:solidFill>
                <a:latin typeface="Calibri"/>
              </a:rPr>
              <a:t>Fragment docs for inputs, variables, snippets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3B46"/>
                </a:solidFill>
                <a:latin typeface="Calibri"/>
              </a:rPr>
              <a:t>Decorators in YAML or markdown fences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3B46"/>
                </a:solidFill>
                <a:latin typeface="Calibri"/>
              </a:rPr>
              <a:t>Keeps READMEs honest without rewriting by hand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3B46"/>
                </a:solidFill>
                <a:latin typeface="Calibri"/>
              </a:rPr>
              <a:t>Helps Nexus/security reviewers see intent quickly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Supporting the GitLab Dedicated migration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A094"/>
                </a:solidFill>
                <a:latin typeface="Calibri"/>
              </a:rPr>
              <a:t>From unknown debt → sequenced remediation → cutover confidence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707A"/>
                </a:solidFill>
                <a:latin typeface="Calibri"/>
              </a:rPr>
              <a:t>Impact briefing  ·  Dedicated migration · Nexus · tech debt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707A"/>
                </a:solidFill>
                <a:latin typeface="Calibri"/>
              </a:rPr>
              <a:t>10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10972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2011680" cy="77724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Discover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64592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3B46"/>
                </a:solidFill>
                <a:latin typeface="Calibri"/>
              </a:rPr>
              <a:t>Shell-scan migration cohorts with check; export markdown/HTML debt reports.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286000"/>
            <a:ext cx="10972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286000"/>
            <a:ext cx="2011680" cy="77724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514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Prioritise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51460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3B46"/>
                </a:solidFill>
                <a:latin typeface="Calibri"/>
              </a:rPr>
              <a:t>Rank projects by supply-chain severity, API gaps, and undocumented pipelines.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154680"/>
            <a:ext cx="10972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154680"/>
            <a:ext cx="2011680" cy="77724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383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Remediate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338328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3B46"/>
                </a:solidFill>
                <a:latin typeface="Calibri"/>
              </a:rPr>
              <a:t>Use --fix-supply-chain / --fix-policies / --create-mr; review diffs before merge.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023359"/>
            <a:ext cx="10972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4023359"/>
            <a:ext cx="2011680" cy="77724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2519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Document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4251959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3B46"/>
                </a:solidFill>
                <a:latin typeface="Calibri"/>
              </a:rPr>
              <a:t>generate + gitstrings artefacts for Dedicated readiness packs.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4892040"/>
            <a:ext cx="10972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892040"/>
            <a:ext cx="2011680" cy="77724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120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512064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3B46"/>
                </a:solidFill>
                <a:latin typeface="Calibri"/>
              </a:rPr>
              <a:t>Move from allow_failure to blocking MR checks; optionally org-wide PEP later.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Supporting Nexus compliance demand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A094"/>
                </a:solidFill>
                <a:latin typeface="Calibri"/>
              </a:rPr>
              <a:t>Prove control: pin, version, lag windows, and remediation trail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707A"/>
                </a:solidFill>
                <a:latin typeface="Calibri"/>
              </a:rPr>
              <a:t>Impact briefing  ·  Dedicated migration · Nexus · tech debt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707A"/>
                </a:solidFill>
                <a:latin typeface="Calibri"/>
              </a:rPr>
              <a:t>11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371600"/>
            <a:ext cx="5212080" cy="64008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97880" y="1371600"/>
            <a:ext cx="5669280" cy="64008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53619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Nexus expectation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15361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gitlab-compliance response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103120"/>
            <a:ext cx="52120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97880" y="2103120"/>
            <a:ext cx="56692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26771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230"/>
                </a:solidFill>
                <a:latin typeface="Calibri"/>
              </a:rPr>
              <a:t>Only approved / known artefact 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26771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Image + include pinning policies; digest preferred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834640"/>
            <a:ext cx="52120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97880" y="2834640"/>
            <a:ext cx="56692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99923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230"/>
                </a:solidFill>
                <a:latin typeface="Calibri"/>
              </a:rPr>
              <a:t>No mutable latest tags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29992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Gherkin rules fail :latest; auto-pin to sha256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566160"/>
            <a:ext cx="52120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97880" y="3566160"/>
            <a:ext cx="56692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7307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230"/>
                </a:solidFill>
                <a:latin typeface="Calibri"/>
              </a:rPr>
              <a:t>Versions within agreed freshness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37307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Release-lag / latest-N / adoption-window scenarios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4297680"/>
            <a:ext cx="52120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97880" y="4297680"/>
            <a:ext cx="56692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46227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230"/>
                </a:solidFill>
                <a:latin typeface="Calibri"/>
              </a:rPr>
              <a:t>Evidence for audits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446227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Markdown/HTML/Code Quality reports + policy metadata IDs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5029200"/>
            <a:ext cx="52120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97880" y="5029200"/>
            <a:ext cx="56692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19379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230"/>
                </a:solidFill>
                <a:latin typeface="Calibri"/>
              </a:rPr>
              <a:t>Sustainable remediation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51937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Scheduled --fix-supply-chain --create-mr jobs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End-to-end: discover → fix →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A094"/>
                </a:solidFill>
                <a:latin typeface="Calibri"/>
              </a:rPr>
              <a:t>One toolchain across migration and compliance workstreams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707A"/>
                </a:solidFill>
                <a:latin typeface="Calibri"/>
              </a:rPr>
              <a:t>Impact briefing  ·  Dedicated migration · Nexus · tech debt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707A"/>
                </a:solidFill>
                <a:latin typeface="Calibri"/>
              </a:rPr>
              <a:t>12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3657600" cy="9144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74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2230"/>
                </a:solidFill>
                <a:latin typeface="Calibri"/>
              </a:rPr>
              <a:t>1. Shell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Scan repos; write COMPLIANCE-REPORT.md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554480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554480"/>
            <a:ext cx="3657600" cy="9144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874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2230"/>
                </a:solidFill>
                <a:latin typeface="Calibri"/>
              </a:rPr>
              <a:t>2. Triage debt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4231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Group by pin / lag / rules / docs gaps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80" y="1554480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80" y="1554480"/>
            <a:ext cx="3657600" cy="9144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874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2230"/>
                </a:solidFill>
                <a:latin typeface="Calibri"/>
              </a:rPr>
              <a:t>3. Auto-remediate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4231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--fix-supply-chain [--fix-policies]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749039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749039"/>
            <a:ext cx="3657600" cy="9144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6907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2230"/>
                </a:solidFill>
                <a:latin typeface="Calibri"/>
              </a:rPr>
              <a:t>4. Human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617719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--create-mr → approve digest/version bumps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3749039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3749039"/>
            <a:ext cx="3657600" cy="9144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406907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2230"/>
                </a:solidFill>
                <a:latin typeface="Calibri"/>
              </a:rPr>
              <a:t>5. Document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617719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generate / document gitstrings for evidence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80" y="3749039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80" y="3749039"/>
            <a:ext cx="3657600" cy="9144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406907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2230"/>
                </a:solidFill>
                <a:latin typeface="Calibri"/>
              </a:rPr>
              <a:t>6. Enforce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617719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CI gate + optional Pipeline Execution Policy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Command cheat sheet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A094"/>
                </a:solidFill>
                <a:latin typeface="Calibri"/>
              </a:rPr>
              <a:t>Copy-ready starting points from product docs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707A"/>
                </a:solidFill>
                <a:latin typeface="Calibri"/>
              </a:rPr>
              <a:t>Impact briefing  ·  Dedicated migration · Nexus · tech debt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707A"/>
                </a:solidFill>
                <a:latin typeface="Calibri"/>
              </a:rPr>
              <a:t>13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111556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2194560" cy="77724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00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Find debt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5544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A3B46"/>
                </a:solidFill>
                <a:latin typeface="Calibri"/>
              </a:rPr>
              <a:t>gitlab-compliance check -f policies/security/ -p .gitlab-ci.yml --format markdown -o COMPLIANCE-REPORT.md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0280"/>
            <a:ext cx="111556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240280"/>
            <a:ext cx="2194560" cy="77724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468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Strict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42316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A3B46"/>
                </a:solidFill>
                <a:latin typeface="Calibri"/>
              </a:rPr>
              <a:t>gitlab-compliance check -f policies/ -p .gitlab-ci.yml --project "$CI_PROJECT_PATH" --strict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108960"/>
            <a:ext cx="111556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108960"/>
            <a:ext cx="2194560" cy="77724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337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Supply chain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329184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A3B46"/>
                </a:solidFill>
                <a:latin typeface="Calibri"/>
              </a:rPr>
              <a:t>gitlab-compliance check -f policies/security/ -p .gitlab-ci.yml --fix-supply-chain --create-mr --project "$CI_PROJECT_PATH"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977639"/>
            <a:ext cx="111556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977639"/>
            <a:ext cx="2194560" cy="77724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2062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Pipeline docs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4160519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A3B46"/>
                </a:solidFill>
                <a:latin typeface="Calibri"/>
              </a:rPr>
              <a:t>gitlab-compliance generate -i .gitlab-ci.yml --format html -o pipeline-reference/index.html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846320"/>
            <a:ext cx="111556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846320"/>
            <a:ext cx="2194560" cy="77724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074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Fragment docs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50292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A3B46"/>
                </a:solidFill>
                <a:latin typeface="Calibri"/>
              </a:rPr>
              <a:t>gitlab-compliance document gitstrings -i .gitlab-ci.yml -o README.md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Impact measures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A094"/>
                </a:solidFill>
                <a:latin typeface="Calibri"/>
              </a:rPr>
              <a:t>How programme leads know debt is under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707A"/>
                </a:solidFill>
                <a:latin typeface="Calibri"/>
              </a:rPr>
              <a:t>Impact briefing  ·  Dedicated migration · Nexus · tech debt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707A"/>
                </a:solidFill>
                <a:latin typeface="Calibri"/>
              </a:rPr>
              <a:t>14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745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63"/>
                </a:solidFill>
                <a:latin typeface="Calibri"/>
              </a:rPr>
              <a:t>% projects scanned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Migration cohort coverage via shell/CI check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554480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8745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63"/>
                </a:solidFill>
                <a:latin typeface="Calibri"/>
              </a:rPr>
              <a:t>Open critical findings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6888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Unpinned / latest / lag beyond policy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80" y="1554480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8745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63"/>
                </a:solidFill>
                <a:latin typeface="Calibri"/>
              </a:rPr>
              <a:t>Time to remediate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46888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Finding → merged supply-chain MR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749039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69079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63"/>
                </a:solidFill>
                <a:latin typeface="Calibri"/>
              </a:rPr>
              <a:t>Docs freshness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663439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generate artefacts attached to readiness packs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3749039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4069079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63"/>
                </a:solidFill>
                <a:latin typeface="Calibri"/>
              </a:rPr>
              <a:t>Gate maturity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663439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Warn-only → blocking → org-wide injection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83880" y="3749039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4069079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63"/>
                </a:solidFill>
                <a:latin typeface="Calibri"/>
              </a:rPr>
              <a:t>Nexus alignment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663439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Digest pins + approved version windows in force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Recommended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1.  Pick the Dedicated migration cohort and run a shell check sweep this week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2.  Baseline against the security policy pack (image / include / lag)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3.  Open supply-chain fix MRs for the highest-severity projects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4.  Publish generate/HTML docs into migration readiness packs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5.  Agree Nexus-aligned pin rules, then move CI from warn-only to blocking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A094"/>
                </a:solidFill>
                <a:latin typeface="Calibri"/>
              </a:rPr>
              <a:t>Docs: maturitybuilder.github.io/gitlab-compliance  ·  pip install gitlab-compliance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