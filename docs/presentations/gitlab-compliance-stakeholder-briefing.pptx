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Open by framing secure by design — not a blame conversation.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Key message: Gitlab Compliance helps us measure control coverage, detect non-conforming configuration, and place controls so Dedicated and Nexus work is guided by evidence.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Emphasise that non-conformance is usually unintentional drift — people are not trying to break rules. We need visibility and detection so we can place the right controls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Walk the agenda briefly. Promise outcomes, not tooling detail.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Signal the destination early: what good looks like is identifying and placing controls — with continuous measurement and detection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Stay non-judgemental. The problem is missing measurement and late detection — not people ignoring standards.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Say explicitly: drift into non-conformance is usually unintentional. Without detection, we only discover it when change is expensive.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Transition: Dedicated and Nexus make this design gap visible and urgent.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Position Dedicated and Nexus as design moments — chances to build security in, not bolt it on after cutover.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Left: migration needs a measured baseline of controls before we move.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Right: Nexus needs detectable pinning and freshness controls, with evidence that those controls work.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Avoid ‘people must follow rules’ language — focus on placing measurable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This is the capability story in business language.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Stress the sequence: measure → detect non-conforming code → place controls → guide behaviour with shared evidence.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Remind the room that detected non-conformance is usually drift, not intent. The tool creates early signals so we can act calmly.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Map each capability to a secure-by-design outcome without diving into commands.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Check = detect non-conformance. Scan = measure cohort coverage. Supply-chain = place Nexus-aligned controls. Document = keep control intent visible.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If asked for detail: these work from pipeline configuration and optional project settings — still keep the conversation on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Use this as a control catalogue — where we identify and place protections.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For each card, say ‘this is a control we can define, detect against, and place’.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Tie trusted components and freshness to Nexus; tie release guards and patterns to predictable Dedicated cutover. Automated assurance means the control is checked continuously, not only written in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Walk the five steps as the programme path.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Identify → Prioritise → Place controls → Measure → Sustain.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Pause on ‘Place controls’ — that is the heart of what good looks like. Sustain matters so unintentional drift is still detected after Dedicated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Readable policies are how controls stay understandable after migration.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Read the example aloud. Then note: when the check fires, it usually means unintentional drift — a measurable signal that a control is not yet in place.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This is how security and delivery share one control definition without needing specialist decoding in every forum.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Use the table as a programme translation layer: need → secure-by-design response.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Highlight early detection of non-conforming code so controls can be placed calmly — not in a rush at go-live.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Close the slide on continuity: readable policies remain the design contract after the Dedicated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This is the success definition. Lead with identify and place controls.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Then: non-conformance is detected automatically; measurement is shared; priorities follow data; the same controls stay detectable after cutover.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Do not turn this into a people-performance story. It is a control-design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Close on secure by design in practice — five practical steps, not a leadership ask.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Repeat the punchline: what good looks like is controls identified and placed, with continuous detection of non-conformance.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A3B46"/>
                </a:solidFill>
                <a:latin typeface="Calibri"/>
              </a:rPr>
              <a:t>Invite discussion on which control areas to baseline first for the Dedicated cohort and Nexus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A094"/>
                </a:solidFill>
                <a:latin typeface="Calibri"/>
              </a:rPr>
              <a:t>SECURE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Gitlab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0D0D8"/>
                </a:solidFill>
                <a:latin typeface="Calibri"/>
              </a:rPr>
              <a:t>Measure control coverage, detect non-conforming configuration, and place controls in delivery pipelines — so Dedicated migration and Nexus expectations are guided by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Measurement · Detection of non-conforming code · Place controls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CA094"/>
                </a:solidFill>
                <a:latin typeface="Calibri"/>
              </a:rPr>
              <a:t>Non-conformance is usually unintentional drift — not deliberate rule-breaking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we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Secure by design — measured and detectable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1.  Why delivery needs measurable controls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2.  Dedicated migration and Nexus as design moments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3.  What Gitlab Compliance enables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4.  Where controls are identified and placed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5.  Readable policies that keep standards ongoing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6.  What good looks like — identify and place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design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Without measurement, unintentional non-conformance stays invisible until 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54864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554480"/>
            <a:ext cx="109728" cy="19659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74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2230"/>
                </a:solidFill>
                <a:latin typeface="Calibri"/>
              </a:rPr>
              <a:t>Hard to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We cannot see which delivery setups meet the intended control standard.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4864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109728" cy="196596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874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2230"/>
                </a:solidFill>
                <a:latin typeface="Calibri"/>
              </a:rPr>
              <a:t>Hard to 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423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Non-conforming configuration often appears late — near go-live — when change is expensive.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749039"/>
            <a:ext cx="54864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49039"/>
            <a:ext cx="109728" cy="19659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690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2230"/>
                </a:solidFill>
                <a:latin typeface="Calibri"/>
              </a:rPr>
              <a:t>Hard to place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1771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Expectations exist in guidance, but drift into non-conformance is usually unintentional — not deliberate.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749039"/>
            <a:ext cx="54864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749039"/>
            <a:ext cx="109728" cy="196596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0690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2230"/>
                </a:solidFill>
                <a:latin typeface="Calibri"/>
              </a:rPr>
              <a:t>Hard to decide with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61771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Progress relies on anecdotes instead of a shared, evidence-based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this matters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Two moments to design security into delivery — not bolt it on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5394960" cy="64008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GitLab Dedicated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Cutover is a chance to baseline control coverage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Undetected non-conformance becomes schedule and service risk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Readiness should be evidenced, not assumed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Secure by design means controls are identified and placed before the 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394960" cy="64008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45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Nexus compliance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Trusted, approved components need detectable controls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Freshness and pinning expectations must be measurable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Evidence of control effectiveness supports assurance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Remediation stays reviewable and sustainable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Gitlab Compliance enables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Measurement and detection of non-conforming code — then place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3B46"/>
                </a:solidFill>
                <a:latin typeface="Calibri"/>
              </a:rPr>
              <a:t>It turns agreed security expectations into measurable signals — detecting unintentional non-conforming configuration early so controls can be placed with confidence.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See where intended controls are present or missing across projects.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0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Detect non-conformance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Find non-conforming code and configuration before approval — usually drift, not intent.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210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210312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Guide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26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Shared evidence supports consistent, data-driven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Place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Readable policies define the control; checks confirm it is in place.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1148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11480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Strengthen supply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377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Pinning and freshness controls align with Nexus expectations.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41148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80" y="411480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Keep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9377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Living summaries make pipeline intent understandable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tool supports secure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Four capabilities that make controls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2560320" cy="9875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Detect non-conforming configuration against the intended control standard.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1460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514600"/>
            <a:ext cx="2560320" cy="9875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072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Scan widely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889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Measure coverage across the migration cohort with a shared evidence 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61188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2560320" cy="9875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044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Supply-chain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8620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Place pinning and freshness controls that support Nexus expectations.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709159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709159"/>
            <a:ext cx="2560320" cy="9875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01767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983479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Keep a clear record of pipeline design so control intent stays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we identify and place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Control areas that make delivery safer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Trusted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Control: only known, pinned building blocks.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Dependency freshness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Control: stay within agreed update windows.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Release guards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Control: steps run only when intended.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Shared delivery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Control: standard templates are applied consistently.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70332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Pipeline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Control: current design is documented and reviewable.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70332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Automated assurance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17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Control: expectations are checked continuously, not only on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From non-conformance to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A practical path to secure-by-design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640080" cy="50292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527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Identify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Baseline where intended controls are missing or incomplete.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8600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423160"/>
            <a:ext cx="640080" cy="50292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14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395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Prioritise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688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Focus first on highest-impact non-conformance for Dedicated and Nexus.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15468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91840"/>
            <a:ext cx="640080" cy="50292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644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Place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375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Apply readable policies and remediations with reviewable change.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023359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60519"/>
            <a:ext cx="640080" cy="50292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519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13308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06239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Track coverage and non-conformance findings with shared reports.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89204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029200"/>
            <a:ext cx="640080" cy="50292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20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0017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Sustain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0749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Keep detection in place so unintentional drift is caught after go-live.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Controls written so people understand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Readable policies make secure by design sustainable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A control only works if people can understand it, place it, and detect when configuration drifts.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53949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Why readable controls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Security and delivery share one understandable control definition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New Nexus or Dedicated expectations can be expressed clearly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Non-conformance findings are explainable without specialist decoding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Control ownership is visible and versioned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Standards remain usable as teams and suppliers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65960"/>
            <a:ext cx="53949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Example of a clear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“Software images used in delivery must not rely on an open-ended ‘latest’ version.”</a:t>
            </a:r>
            <a:br/>
            <a:br/>
            <a:r>
              <a:rPr sz="1400" b="0">
                <a:solidFill>
                  <a:srgbClr val="2A3B46"/>
                </a:solidFill>
                <a:latin typeface="Calibri"/>
              </a:rPr>
              <a:t>That control is written in plain language, checked automatically, and creates a measurable signal when non-conforming configuration appears — usually by accident, not intent.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this supports our programmes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Evidence-led readiness for Dedicated and 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212080" cy="64008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1371600"/>
            <a:ext cx="5669280" cy="64008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Programme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Secure-by-design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210312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Know control coverage before Dedicated cutover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267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Measured baseline across the migration cohort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3464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7880" y="283464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992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Meet Nexus expectations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999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Detectable pinning and freshness controls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6616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97880" y="356616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30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Reduce late surprise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730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Non-conforming code detected early enough to place controls calmly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29768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97880" y="429768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622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Decide with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462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Shared reports replace assumption-based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02920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502920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937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Keep controls after the move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1937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Readable policies remain the ongoing design contract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Identifying and placing controls — then measuring continuously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Gitlab Compliance  ·  Secure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Controls 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Intended controls are defined in plain language for each risk area.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Controls placed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Those controls are applied in delivery pipelines, not only described.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Non-conformance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Non-conforming code is spotted automatically before approval.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Measurement shared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Coverage and findings are visible in a common evidence 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70332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Data-driven improvement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720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Priorities follow measured non-conformance severity, not anecdote.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70332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Secure by design sustained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5720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The same controls remain detectable after Dedicated cutover.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Secure by design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515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1.  Identify the controls that matter for Dedicated readiness and Nexus assurance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2.  Measure where those controls are already in place across the cohort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3.  Detect unintentional non-conforming code early and place controls with reviewable change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4.  Use shared evidence to prioritise and track improvement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5.  Keep readable policies as the ongoing design standard after go-live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A094"/>
                </a:solidFill>
                <a:latin typeface="Calibri"/>
              </a:rPr>
              <a:t>What good looks like: controls identified and placed — with continuous detection of non-conformance.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