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173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CA094"/>
                </a:solidFill>
                <a:latin typeface="Calibri"/>
              </a:rPr>
              <a:t>STAKEHOLDER BRIEFING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Gitlab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0D0D8"/>
                </a:solidFill>
                <a:latin typeface="Calibri"/>
              </a:rPr>
              <a:t>Find delivery risk early, meet Nexus expectations, support the GitLab Dedicated move — and keep standards clear for everyone afterwards.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692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For delivery, security, and programme leaders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CA094"/>
                </a:solidFill>
                <a:latin typeface="Calibri"/>
              </a:rPr>
              <a:t>Plain-language rules · clearer readiness · less last-minute surprise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we will cover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Outcomes first — not tooling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Stakeholder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A3B46"/>
                </a:solidFill>
                <a:latin typeface="Calibri"/>
              </a:rPr>
              <a:t>1.  The problem we are solving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A3B46"/>
                </a:solidFill>
                <a:latin typeface="Calibri"/>
              </a:rPr>
              <a:t>2.  Why it matters for Dedicated and Nexus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A3B46"/>
                </a:solidFill>
                <a:latin typeface="Calibri"/>
              </a:rPr>
              <a:t>3.  What Gitlab Compliance does in plain terms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A3B46"/>
                </a:solidFill>
                <a:latin typeface="Calibri"/>
              </a:rPr>
              <a:t>4.  How we find and fix delivery risk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A3B46"/>
                </a:solidFill>
                <a:latin typeface="Calibri"/>
              </a:rPr>
              <a:t>5.  How easy-to-read policies keep standards ongoing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A3B46"/>
                </a:solidFill>
                <a:latin typeface="Calibri"/>
              </a:rPr>
              <a:t>6.  What good looks like — and the ask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Important delivery rules are easy to miss until something breaks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Stakeholder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3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554480"/>
            <a:ext cx="54864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554480"/>
            <a:ext cx="109728" cy="196596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8745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2230"/>
                </a:solidFill>
                <a:latin typeface="Calibri"/>
              </a:rPr>
              <a:t>Hidden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23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Build and release setups can quietly drift from agreed standards.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554480"/>
            <a:ext cx="54864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554480"/>
            <a:ext cx="109728" cy="1965960"/>
          </a:xfrm>
          <a:prstGeom prst="rect">
            <a:avLst/>
          </a:prstGeom>
          <a:solidFill>
            <a:srgbClr val="C4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18745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2230"/>
                </a:solidFill>
                <a:latin typeface="Calibri"/>
              </a:rPr>
              <a:t>Late 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423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Issues often show up close to go-live — when change is costly.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749039"/>
            <a:ext cx="54864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749039"/>
            <a:ext cx="109728" cy="196596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06907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2230"/>
                </a:solidFill>
                <a:latin typeface="Calibri"/>
              </a:rPr>
              <a:t>Hard to explain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617719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Rules live in long technical files that few people can review with confidence.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749039"/>
            <a:ext cx="54864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749039"/>
            <a:ext cx="109728" cy="1965960"/>
          </a:xfrm>
          <a:prstGeom prst="rect">
            <a:avLst/>
          </a:prstGeom>
          <a:solidFill>
            <a:srgbClr val="C4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406907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2230"/>
                </a:solidFill>
                <a:latin typeface="Calibri"/>
              </a:rPr>
              <a:t>Uneven practice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617719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Some teams follow the rules; others do not — and leaders cannot see the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Why this matters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Two programmes that make invisible risk visible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Stakeholder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4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508760"/>
            <a:ext cx="539496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508760"/>
            <a:ext cx="5394960" cy="64008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45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GitLab Dedicated migration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377440"/>
            <a:ext cx="4846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We need a clear picture of delivery readiness before cutover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Unknown debt turns into schedule risk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Leaders need simple evidence — not technical archaeology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Better to fix early than discover during migration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508760"/>
            <a:ext cx="539496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508760"/>
            <a:ext cx="5394960" cy="640080"/>
          </a:xfrm>
          <a:prstGeom prst="rect">
            <a:avLst/>
          </a:prstGeom>
          <a:solidFill>
            <a:srgbClr val="C4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45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Nexus compliance demand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377440"/>
            <a:ext cx="4846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Approved, trusted components become mandatory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Loose or outdated dependencies create control gaps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We need proof that standards are followed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Fixes must be reviewable and sustainable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Gitlab Compliance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A practical way to check delivery setups against agreed standards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Stakeholder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5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A3B46"/>
                </a:solidFill>
                <a:latin typeface="Calibri"/>
              </a:rPr>
              <a:t>It checks how teams build and release software — before changes are approved — and highlights where practice does not match the standard.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0312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10312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3774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Find issues early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Spot delivery risk while there is still time to fix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10312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10312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3774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Speak plainly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Standards are written in everyday language teams can share.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80" y="210312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80" y="210312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3774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Show the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Clear reports for programme, security, and delivery forums.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11480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11480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389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Help fix what matters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9377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Guided remediations reduce the backlog of known debt.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411480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411480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389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Keep knowledge current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9377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Living summaries of how pipelines actually work.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80" y="411480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83880" y="411480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4389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Stay consistent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9377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The same standard applies across teams and projects.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we use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Four simple activities — one outcome: fewer surprises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Stakeholder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6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1097280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417320"/>
            <a:ext cx="2377440" cy="987552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0992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69164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Compare each project against the agreed standard and list what needs attention.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514600"/>
            <a:ext cx="1097280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514600"/>
            <a:ext cx="2377440" cy="987552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0720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Scan widely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8892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Review many projects quickly so the migration cohort has a ranked risk view.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611880"/>
            <a:ext cx="1097280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611880"/>
            <a:ext cx="2377440" cy="987552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90448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Strengthen supply chain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8862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Tighten use of trusted components and close known gaps against Nexus expectations.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4709159"/>
            <a:ext cx="1097280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4360" y="4709159"/>
            <a:ext cx="2377440" cy="987552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001767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Document clearly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983479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Produce readable summaries so non-specialists can join the readiness conversation.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risk we need to surface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Common delivery debt — explained without jargon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Stakeholder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7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Untrusted building blocks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Projects using components that can change without notice.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0876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288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Out-of-date dependencies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231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Critical parts lagging behind agreed freshness windows.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80" y="150876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8288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Weak release guards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231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Steps that can run when they should not.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0332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233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Bypassed standards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6177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Teams skipping the shared delivery patterns.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70332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40233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Poor visibility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6177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No clear picture of how a pipeline works today.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80" y="370332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0233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Policy only on paper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6177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Rules exist in guidance, but are not checked automatically.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From unknown risk to confident, ongoing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Stakeholder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8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554480"/>
            <a:ext cx="640080" cy="50292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459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52704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Discover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60020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Scan the migration cohort and produce a clear risk list.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286000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2423160"/>
            <a:ext cx="640080" cy="50292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5146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39572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Prioritise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46888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Focus first on the highest-impact projects and gaps.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154680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3291840"/>
            <a:ext cx="640080" cy="50292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3832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26440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Remediate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3375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Fix supply-chain and standards issues with reviewable changes.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023359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160519"/>
            <a:ext cx="640080" cy="50292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251959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133087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Explain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206239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Share readable reports and pipeline summaries with stakeholders.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4892040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5029200"/>
            <a:ext cx="640080" cy="50292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120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500176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Maintain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07492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Keep the same plain-language standards in force after go-live.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Standards people can understand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Easy-to-read policies keep the rules alive after migration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Stakeholder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9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Migration finds the debt once. Clear policies make sure the same expectations stay true every day after.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965960"/>
            <a:ext cx="5394960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1945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Business benefits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7432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Security and delivery share one understandable contract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New Nexus or Dedicated rules can be written plainly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Ownership is clear — standards are not buried in tribal knowledge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Findings are explainable in programme forums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Standards survive team and supplier change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94960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1945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Example of a readable 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34640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“If a job uses a software image, it must not use an open-ended ‘latest’ version.”</a:t>
            </a:r>
            <a:br/>
            <a:br/>
            <a:r>
              <a:rPr sz="1400" b="0">
                <a:solidFill>
                  <a:srgbClr val="2A3B46"/>
                </a:solidFill>
                <a:latin typeface="Calibri"/>
              </a:rPr>
              <a:t>That idea becomes a short scenario both technical and non-technical colleagues can follow — and the check confirms it is true before approval.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this supports our programmes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One approach serving migration and compliance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Stakeholder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10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212080" cy="64008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97880" y="1371600"/>
            <a:ext cx="5669280" cy="64008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361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Need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5361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How Gitlab Compliance helps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10312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97880" y="210312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26771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Know readiness before Dedicated cutover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22677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Ranked risk view across the migration cohort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283464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97880" y="283464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9923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Meet Nexus expectations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99923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Checks and fixes for trusted, up-to-date components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56616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97880" y="356616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73075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Reduce last-minute surprise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73075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Issues found and discussed before go-live pressure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429768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97880" y="429768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46227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Give leaders usable evidence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44622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Clear reports and summaries for decision forums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502920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97880" y="502920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1937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Keep standards after the move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51937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Readable policies remain the ongoing contract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good looks like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Simple measures for programme confidence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Stakeholder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11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6B63"/>
                </a:solidFill>
                <a:latin typeface="Calibri"/>
              </a:rPr>
              <a:t>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Most migration projects have been reviewed against the standard.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0876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288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6B63"/>
                </a:solidFill>
                <a:latin typeface="Calibri"/>
              </a:rPr>
              <a:t>Open issues falling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774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Critical gaps are tracked and trending down.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80" y="150876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8288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6B63"/>
                </a:solidFill>
                <a:latin typeface="Calibri"/>
              </a:rPr>
              <a:t>Faster fixes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3774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Time from finding to approved fix is shortening.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0332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233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6B63"/>
                </a:solidFill>
                <a:latin typeface="Calibri"/>
              </a:rPr>
              <a:t>Clear explanations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5720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Teams can explain a finding without specialist decoding.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70332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40233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6B63"/>
                </a:solidFill>
                <a:latin typeface="Calibri"/>
              </a:rPr>
              <a:t>Ready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5720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Readiness packs include current summaries and reports.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80" y="370332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0233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6B63"/>
                </a:solidFill>
                <a:latin typeface="Calibri"/>
              </a:rPr>
              <a:t>Standards stick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5720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The same rules still protect delivery after cutover.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51560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1.  Endorse a readiness scan of the Dedicated migration cohort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2.  Agree that Nexus-related standards will be written in plain language and checked before approval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3.  Support a warn-first approach, then strengthen once the baseline is clean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4.  Use the reports in programme forums as the shared view of risk and progress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5.  Confirm that the same readable standards remain in force after cutover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CA094"/>
                </a:solidFill>
                <a:latin typeface="Calibri"/>
              </a:rPr>
              <a:t>Outcome: fewer surprises, clearer ownership, and standards that stay understandable.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