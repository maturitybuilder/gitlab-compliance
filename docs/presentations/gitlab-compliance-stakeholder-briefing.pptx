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173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CA094"/>
                </a:solidFill>
                <a:latin typeface="Calibri"/>
              </a:rPr>
              <a:t>SECURE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Gitlab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0D0D8"/>
                </a:solidFill>
                <a:latin typeface="Calibri"/>
              </a:rPr>
              <a:t>A way to measure, detect, and place controls in delivery pipelines — so Dedicated migration and Nexus expectations are guided by evidence, not assumption.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Measurement · Detection · Data-driven behaviour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CA094"/>
                </a:solidFill>
                <a:latin typeface="Calibri"/>
              </a:rPr>
              <a:t>Readable controls that stay in place after go-live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we will 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Secure by design — measured and detectable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1.  Why delivery needs measurable controls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2.  Dedicated migration and Nexus as design moments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3.  What Gitlab Compliance enables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4.  Where controls are identified and placed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5.  Readable policies that keep standards ongoing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A3B46"/>
                </a:solidFill>
                <a:latin typeface="Calibri"/>
              </a:rPr>
              <a:t>6.  What good looks like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design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Without measurement, control gaps stay invisible until 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3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54480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554480"/>
            <a:ext cx="109728" cy="19659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745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Hard to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We cannot see which delivery setups meet the intended control standard.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554480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554480"/>
            <a:ext cx="109728" cy="196596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8745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Hard to detect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423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Gaps appear late — often near go-live — when change is expensive.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749039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749039"/>
            <a:ext cx="109728" cy="19659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0690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Hard to place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17719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Expectations exist in guidance, but are not consistently applied in pipelines.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749039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749039"/>
            <a:ext cx="109728" cy="196596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40690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30"/>
                </a:solidFill>
                <a:latin typeface="Calibri"/>
              </a:rPr>
              <a:t>Hard to decide with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617719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Progress relies on anecdotes instead of a shared, evidence-based 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this matters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Two moments to design security into delivery — not bolt it on later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4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0876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508760"/>
            <a:ext cx="5394960" cy="64008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GitLab Dedicated migration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7744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Cutover is a chance to baseline control coverage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Unknown gaps become schedule and service risk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Readiness should be evidenced, not assumed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Secure by design means controls are in place before the move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0876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508760"/>
            <a:ext cx="5394960" cy="64008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45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Nexus compliance demand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Trusted, approved components need detectable controls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Freshness and pinning expectations must be measurable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Evidence of control effectiveness supports assurance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Remediation stays reviewable and sustainable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Gitlab Compliance enables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A measurement and detection layer for delivery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5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A3B46"/>
                </a:solidFill>
                <a:latin typeface="Calibri"/>
              </a:rPr>
              <a:t>It turns agreed security expectations into detectable signals — so teams can place controls early and improve based on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0312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0312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Measure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See where intended controls are present or missing across projects.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10312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10312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Detect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Surface gaps before approval — while change is still low-cost.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210312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80" y="210312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Guide behaviour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Shared evidence supports consistent, data-driven decisions.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1148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1480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Place controls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937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Readable policies define the control; checks confirm it is applied.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41148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411480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Strengthen supply chain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937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Pinning and freshness controls align with Nexus expectations.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80" y="41148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80" y="411480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Keep visibility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937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Living summaries make pipeline intent understandable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tool supports secure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Four capabilities that make controls measurable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6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256032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0992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Detect whether each project meets the intended control standard.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514600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514600"/>
            <a:ext cx="256032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072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Scan widely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78892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Measure coverage across the migration cohort with a shared risk 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611880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611880"/>
            <a:ext cx="256032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9044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Supply-chain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8620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Place pinning and freshness controls that support Nexus expectations.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709159"/>
            <a:ext cx="1097280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4709159"/>
            <a:ext cx="2560320" cy="9875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01767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4983479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Keep a clear record of pipeline design so control intent stays visible.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we identify and place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Control areas that make delivery safer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7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Trusted components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only known, pinned building blocks.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28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Dependency freshness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231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stay within agreed update windows.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828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Release guards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231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steps run only when intended.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Shared delivery patterns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standard templates are applied consistently.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Pipeline 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current design is documented and reviewable.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8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023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Automated assurance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617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Control: expectations are checked continuously, not only on paper.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From gap to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A practical path to secure-by-design 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8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55448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459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5270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Identify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6002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Baseline where intended controls are missing or incomplete.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28600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42316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5146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39572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Prioritise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46888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Focus first on highest-impact control gaps for Dedicated and Nexus.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15468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29184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3832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2644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Place controls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3375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Apply readable policies and remediations with reviewable change.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023359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160519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251959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133087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Measure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06239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Track coverage and findings with shared reports and summaries.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489204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029200"/>
            <a:ext cx="640080" cy="50292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120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00176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Sustain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07492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Keep detection in place so secure-by-design behaviour continues after go-live.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Controls written so people understand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Readable policies make secure by design sustainable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9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A control only works if people can understand it, apply it, and see when it is missing.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65960"/>
            <a:ext cx="539496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Why readable controls matter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432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Security and delivery share one understandable control definition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New Nexus or Dedicated expectations can be expressed clearly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Detection findings are explainable without specialist decoding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Control ownership is visible and versioned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Standards remain usable as teams and suppliers 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9496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194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Example of a clear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3464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“Software images used in delivery must not rely on an open-ended ‘latest’ version.”</a:t>
            </a:r>
            <a:br/>
            <a:br/>
            <a:r>
              <a:rPr sz="1400" b="0">
                <a:solidFill>
                  <a:srgbClr val="2A3B46"/>
                </a:solidFill>
                <a:latin typeface="Calibri"/>
              </a:rPr>
              <a:t>That control is written in plain language, checked automatically, and creates a measurable signal when it is not yet in place.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this supports our programmes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Evidence-led readiness for Dedicated and Nexus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10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212080" cy="64008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97880" y="1371600"/>
            <a:ext cx="5669280" cy="64008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Programme need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5361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Secure-by-design response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0312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7880" y="210312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677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Know control coverage before Dedicated cutover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2677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Measured baseline across the migration cohort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83464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7880" y="283464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9923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Meet Nexus expectations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99923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Detectable pinning and freshness controls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56616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97880" y="356616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307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Reduce late surprise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730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Gaps detected early enough to place controls calmly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29768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97880" y="429768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4622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Decide with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44622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Shared reports replace assumption-based status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502920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97880" y="502920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937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Keep controls after the move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51937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Readable policies remain the ongoing design contract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good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Controls identified, placed, and continuously detectable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Gitlab Compliance  ·  Secure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11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Controls identified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Intended controls are defined in plain language for each risk area.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Controls placed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Those controls are applied in delivery pipelines, not only described.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50876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Detection active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37744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Gaps are spotted automatically before approval.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Measurement shared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Coverage and findings are visible in a common evidence view.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Data-driven improvement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57200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Priorities follow measured gap severity, not anecdote.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80" y="370332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023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Secure by design sustained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57200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The same controls remain detectable after Dedicated cutover.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Secure by design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5156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1.  Define the controls that matter for Dedicated readiness and Nexus assurance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2.  Measure where those controls are already in place across the cohort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3.  Detect remaining gaps early and place controls with reviewable change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4.  Use shared evidence to prioritise and track improvement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5.  Keep readable policies as the ongoing design standard after go-live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CA094"/>
                </a:solidFill>
                <a:latin typeface="Calibri"/>
              </a:rPr>
              <a:t>What good looks like: controls identified, placed, measured, and continuously detectable.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